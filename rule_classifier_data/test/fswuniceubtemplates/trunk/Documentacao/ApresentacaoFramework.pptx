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72" r:id="rId2"/>
    <p:sldId id="273" r:id="rId3"/>
    <p:sldId id="258" r:id="rId4"/>
    <p:sldId id="259" r:id="rId5"/>
    <p:sldId id="260" r:id="rId6"/>
    <p:sldId id="262" r:id="rId7"/>
    <p:sldId id="271" r:id="rId8"/>
    <p:sldId id="267" r:id="rId9"/>
    <p:sldId id="268" r:id="rId10"/>
    <p:sldId id="265" r:id="rId11"/>
    <p:sldId id="266" r:id="rId12"/>
    <p:sldId id="269" r:id="rId13"/>
    <p:sldId id="270" r:id="rId1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0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45EE7-384C-4010-90A1-4FF6AA7B395E}" type="datetimeFigureOut">
              <a:rPr lang="pt-BR" smtClean="0"/>
              <a:pPr/>
              <a:t>01/10/2011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54C1F-6EB5-48F2-9CAE-EAA76BF10829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45EE7-384C-4010-90A1-4FF6AA7B395E}" type="datetimeFigureOut">
              <a:rPr lang="pt-BR" smtClean="0"/>
              <a:pPr/>
              <a:t>01/10/2011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54C1F-6EB5-48F2-9CAE-EAA76BF10829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45EE7-384C-4010-90A1-4FF6AA7B395E}" type="datetimeFigureOut">
              <a:rPr lang="pt-BR" smtClean="0"/>
              <a:pPr/>
              <a:t>01/10/2011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54C1F-6EB5-48F2-9CAE-EAA76BF10829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45EE7-384C-4010-90A1-4FF6AA7B395E}" type="datetimeFigureOut">
              <a:rPr lang="pt-BR" smtClean="0"/>
              <a:pPr/>
              <a:t>01/10/2011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54C1F-6EB5-48F2-9CAE-EAA76BF10829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45EE7-384C-4010-90A1-4FF6AA7B395E}" type="datetimeFigureOut">
              <a:rPr lang="pt-BR" smtClean="0"/>
              <a:pPr/>
              <a:t>01/10/2011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54C1F-6EB5-48F2-9CAE-EAA76BF10829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45EE7-384C-4010-90A1-4FF6AA7B395E}" type="datetimeFigureOut">
              <a:rPr lang="pt-BR" smtClean="0"/>
              <a:pPr/>
              <a:t>01/10/2011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54C1F-6EB5-48F2-9CAE-EAA76BF10829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45EE7-384C-4010-90A1-4FF6AA7B395E}" type="datetimeFigureOut">
              <a:rPr lang="pt-BR" smtClean="0"/>
              <a:pPr/>
              <a:t>01/10/2011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54C1F-6EB5-48F2-9CAE-EAA76BF10829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45EE7-384C-4010-90A1-4FF6AA7B395E}" type="datetimeFigureOut">
              <a:rPr lang="pt-BR" smtClean="0"/>
              <a:pPr/>
              <a:t>01/10/2011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54C1F-6EB5-48F2-9CAE-EAA76BF1082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45EE7-384C-4010-90A1-4FF6AA7B395E}" type="datetimeFigureOut">
              <a:rPr lang="pt-BR" smtClean="0"/>
              <a:pPr/>
              <a:t>01/10/2011</a:t>
            </a:fld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754C1F-6EB5-48F2-9CAE-EAA76BF1082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45EE7-384C-4010-90A1-4FF6AA7B395E}" type="datetimeFigureOut">
              <a:rPr lang="pt-BR" smtClean="0"/>
              <a:pPr/>
              <a:t>01/10/2011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54C1F-6EB5-48F2-9CAE-EAA76BF10829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45EE7-384C-4010-90A1-4FF6AA7B395E}" type="datetimeFigureOut">
              <a:rPr lang="pt-BR" smtClean="0"/>
              <a:pPr/>
              <a:t>01/10/2011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54C1F-6EB5-48F2-9CAE-EAA76BF10829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0D754C1F-6EB5-48F2-9CAE-EAA76BF1082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8EA45EE7-384C-4010-90A1-4FF6AA7B395E}" type="datetimeFigureOut">
              <a:rPr lang="pt-BR" smtClean="0"/>
              <a:pPr/>
              <a:t>01/10/2011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Identificacão</a:t>
            </a:r>
            <a:r>
              <a:rPr lang="pt-BR" dirty="0" smtClean="0"/>
              <a:t> de </a:t>
            </a:r>
            <a:r>
              <a:rPr lang="pt-BR" dirty="0" err="1" smtClean="0"/>
              <a:t>Usuarios</a:t>
            </a:r>
            <a:endParaRPr lang="pt-BR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Em WEB-INF/Usuarios.xml estão definidos os usuários com os seus devidos papeis. </a:t>
            </a:r>
            <a:r>
              <a:rPr lang="pt-BR" dirty="0" smtClean="0"/>
              <a:t>Podem ser </a:t>
            </a:r>
            <a:r>
              <a:rPr lang="pt-BR" dirty="0" smtClean="0"/>
              <a:t>inclusos </a:t>
            </a:r>
            <a:r>
              <a:rPr lang="pt-BR" dirty="0" smtClean="0"/>
              <a:t>novos usuários e/ou papeis(perfis) </a:t>
            </a:r>
            <a:r>
              <a:rPr lang="pt-BR" dirty="0" smtClean="0"/>
              <a:t>sempre que </a:t>
            </a:r>
            <a:r>
              <a:rPr lang="pt-BR" dirty="0" smtClean="0"/>
              <a:t>identificados.</a:t>
            </a:r>
            <a:endParaRPr lang="pt-BR" dirty="0" smtClean="0"/>
          </a:p>
          <a:p>
            <a:r>
              <a:rPr lang="pt-BR" dirty="0" smtClean="0"/>
              <a:t>Os perfil são simplesmente </a:t>
            </a:r>
            <a:r>
              <a:rPr lang="pt-BR" dirty="0" smtClean="0"/>
              <a:t>texto separados por virgula.</a:t>
            </a:r>
          </a:p>
          <a:p>
            <a:r>
              <a:rPr lang="pt-BR" dirty="0" err="1" smtClean="0"/>
              <a:t>Login</a:t>
            </a:r>
            <a:r>
              <a:rPr lang="pt-BR" dirty="0" smtClean="0"/>
              <a:t>  é case </a:t>
            </a:r>
            <a:r>
              <a:rPr lang="pt-BR" dirty="0" err="1" smtClean="0"/>
              <a:t>insensitive</a:t>
            </a:r>
            <a:r>
              <a:rPr lang="pt-BR" dirty="0" smtClean="0"/>
              <a:t>, já a senha  é case </a:t>
            </a:r>
            <a:r>
              <a:rPr lang="pt-BR" dirty="0" err="1" smtClean="0"/>
              <a:t>senstive</a:t>
            </a:r>
            <a:endParaRPr lang="pt-BR" dirty="0" smtClean="0"/>
          </a:p>
          <a:p>
            <a:r>
              <a:rPr lang="pt-BR" dirty="0" smtClean="0"/>
              <a:t>Exemplo:</a:t>
            </a:r>
          </a:p>
          <a:p>
            <a:pPr marL="114300" indent="0">
              <a:buNone/>
            </a:pPr>
            <a:r>
              <a:rPr lang="pt-BR" dirty="0"/>
              <a:t>&lt;</a:t>
            </a:r>
            <a:r>
              <a:rPr lang="pt-BR" dirty="0" err="1"/>
              <a:t>Usuario</a:t>
            </a:r>
            <a:r>
              <a:rPr lang="pt-BR" dirty="0" smtClean="0"/>
              <a:t>&gt;</a:t>
            </a:r>
          </a:p>
          <a:p>
            <a:pPr marL="114300" indent="0">
              <a:buNone/>
            </a:pPr>
            <a:r>
              <a:rPr lang="pt-BR" dirty="0" smtClean="0"/>
              <a:t>        </a:t>
            </a:r>
            <a:r>
              <a:rPr lang="pt-BR" dirty="0"/>
              <a:t>&lt;</a:t>
            </a:r>
            <a:r>
              <a:rPr lang="pt-BR" dirty="0" smtClean="0"/>
              <a:t>nome&gt;Exemplo&lt;/</a:t>
            </a:r>
            <a:r>
              <a:rPr lang="pt-BR" dirty="0"/>
              <a:t>nome&gt;</a:t>
            </a:r>
          </a:p>
          <a:p>
            <a:pPr marL="114300" indent="0">
              <a:buNone/>
            </a:pPr>
            <a:r>
              <a:rPr lang="pt-BR" dirty="0"/>
              <a:t>        &lt;senha&gt;</a:t>
            </a:r>
            <a:r>
              <a:rPr lang="pt-BR" dirty="0" err="1"/>
              <a:t>uniceub</a:t>
            </a:r>
            <a:r>
              <a:rPr lang="pt-BR" dirty="0"/>
              <a:t>&lt;/senha&gt;</a:t>
            </a:r>
          </a:p>
          <a:p>
            <a:pPr marL="114300" indent="0">
              <a:buNone/>
            </a:pPr>
            <a:r>
              <a:rPr lang="pt-BR" dirty="0"/>
              <a:t>        &lt;</a:t>
            </a:r>
            <a:r>
              <a:rPr lang="pt-BR" dirty="0" smtClean="0"/>
              <a:t>perfil&gt;</a:t>
            </a:r>
            <a:r>
              <a:rPr lang="pt-BR" dirty="0" err="1" smtClean="0"/>
              <a:t>Usuario</a:t>
            </a:r>
            <a:r>
              <a:rPr lang="pt-BR" b="1" dirty="0" err="1" smtClean="0"/>
              <a:t>,Desenvolvedor,Webmaster</a:t>
            </a:r>
            <a:r>
              <a:rPr lang="pt-BR" dirty="0" smtClean="0"/>
              <a:t>&lt;/</a:t>
            </a:r>
            <a:r>
              <a:rPr lang="pt-BR" dirty="0"/>
              <a:t>perfil&gt;</a:t>
            </a:r>
          </a:p>
          <a:p>
            <a:pPr marL="114300" indent="0">
              <a:buNone/>
            </a:pPr>
            <a:r>
              <a:rPr lang="pt-BR" dirty="0"/>
              <a:t> </a:t>
            </a:r>
            <a:r>
              <a:rPr lang="pt-BR" dirty="0" smtClean="0"/>
              <a:t>&lt;/</a:t>
            </a:r>
            <a:r>
              <a:rPr lang="pt-BR" dirty="0" err="1"/>
              <a:t>Usuario</a:t>
            </a:r>
            <a:r>
              <a:rPr lang="pt-BR" dirty="0"/>
              <a:t>&gt;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xmlns="" val="4000738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Criacão</a:t>
            </a:r>
            <a:r>
              <a:rPr lang="pt-BR" dirty="0" smtClean="0"/>
              <a:t> de menus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Em </a:t>
            </a:r>
            <a:r>
              <a:rPr lang="pt-BR" dirty="0" smtClean="0"/>
              <a:t>WEB-INF/menu.xml estão definidos os menus. Somente usuários com os </a:t>
            </a:r>
            <a:r>
              <a:rPr lang="pt-BR" dirty="0" smtClean="0"/>
              <a:t>perfis necessários </a:t>
            </a:r>
            <a:r>
              <a:rPr lang="pt-BR" dirty="0" smtClean="0"/>
              <a:t>poderão ver e acessar o item do menu</a:t>
            </a:r>
          </a:p>
          <a:p>
            <a:r>
              <a:rPr lang="pt-BR" dirty="0" smtClean="0"/>
              <a:t>Se o usuário não poder ver o Menu este não poderá ver o </a:t>
            </a:r>
            <a:r>
              <a:rPr lang="pt-BR" dirty="0" err="1" smtClean="0"/>
              <a:t>submenu</a:t>
            </a:r>
            <a:r>
              <a:rPr lang="pt-BR" dirty="0" smtClean="0"/>
              <a:t>, porem se tiver o perfil necessário poderá acessa-lo pelo url</a:t>
            </a:r>
            <a:r>
              <a:rPr lang="pt-BR" dirty="0" smtClean="0"/>
              <a:t>.</a:t>
            </a:r>
          </a:p>
          <a:p>
            <a:r>
              <a:rPr lang="pt-BR" dirty="0" smtClean="0"/>
              <a:t>Atributo </a:t>
            </a:r>
            <a:r>
              <a:rPr lang="pt-BR" sz="2400" dirty="0" err="1" smtClean="0"/>
              <a:t>permissao</a:t>
            </a:r>
            <a:r>
              <a:rPr lang="pt-BR" sz="2400" dirty="0" smtClean="0"/>
              <a:t> =&gt; perfis </a:t>
            </a:r>
          </a:p>
          <a:p>
            <a:r>
              <a:rPr lang="pt-BR" sz="2400" dirty="0" smtClean="0"/>
              <a:t>Atributo url =&gt; caminho ate o </a:t>
            </a:r>
            <a:r>
              <a:rPr lang="pt-BR" sz="2400" dirty="0" err="1" smtClean="0"/>
              <a:t>metodo</a:t>
            </a:r>
            <a:r>
              <a:rPr lang="pt-BR" sz="2400" dirty="0" smtClean="0"/>
              <a:t>.</a:t>
            </a:r>
            <a:endParaRPr lang="pt-BR" dirty="0"/>
          </a:p>
          <a:p>
            <a:endParaRPr lang="pt-BR" dirty="0" smtClean="0"/>
          </a:p>
          <a:p>
            <a:pPr marL="114300" indent="0">
              <a:buNone/>
            </a:pPr>
            <a:r>
              <a:rPr lang="pt-BR" sz="1100" dirty="0"/>
              <a:t>&lt;Menu nome="</a:t>
            </a:r>
            <a:r>
              <a:rPr lang="pt-BR" sz="1100" dirty="0" err="1"/>
              <a:t>Templates</a:t>
            </a:r>
            <a:r>
              <a:rPr lang="pt-BR" sz="1100" dirty="0"/>
              <a:t>" </a:t>
            </a:r>
            <a:r>
              <a:rPr lang="pt-BR" sz="1100" dirty="0" err="1"/>
              <a:t>permissao</a:t>
            </a:r>
            <a:r>
              <a:rPr lang="pt-BR" sz="1100" dirty="0"/>
              <a:t>="Administrador" </a:t>
            </a:r>
            <a:r>
              <a:rPr lang="pt-BR" sz="1100" dirty="0" err="1"/>
              <a:t>url</a:t>
            </a:r>
            <a:r>
              <a:rPr lang="pt-BR" sz="1100" dirty="0"/>
              <a:t>=""&gt;</a:t>
            </a:r>
          </a:p>
          <a:p>
            <a:pPr marL="114300" indent="0">
              <a:buNone/>
            </a:pPr>
            <a:r>
              <a:rPr lang="pt-BR" sz="1100" dirty="0"/>
              <a:t>        &lt;</a:t>
            </a:r>
            <a:r>
              <a:rPr lang="pt-BR" sz="1100" dirty="0" err="1"/>
              <a:t>SubMenu</a:t>
            </a:r>
            <a:r>
              <a:rPr lang="pt-BR" sz="1100" dirty="0"/>
              <a:t> nome="CRUD Simples" </a:t>
            </a:r>
            <a:r>
              <a:rPr lang="pt-BR" sz="1100" dirty="0" err="1"/>
              <a:t>permissao</a:t>
            </a:r>
            <a:r>
              <a:rPr lang="pt-BR" sz="1100" dirty="0"/>
              <a:t>="Administrador" </a:t>
            </a:r>
            <a:r>
              <a:rPr lang="pt-BR" sz="1100" dirty="0" err="1"/>
              <a:t>url</a:t>
            </a:r>
            <a:r>
              <a:rPr lang="pt-BR" sz="1100" dirty="0"/>
              <a:t>="</a:t>
            </a:r>
            <a:r>
              <a:rPr lang="pt-BR" sz="1100" dirty="0" err="1"/>
              <a:t>Templates_CRUDCompleto.listar</a:t>
            </a:r>
            <a:r>
              <a:rPr lang="pt-BR" sz="1100" dirty="0"/>
              <a:t>"&gt;&lt;/</a:t>
            </a:r>
            <a:r>
              <a:rPr lang="pt-BR" sz="1100" dirty="0" err="1"/>
              <a:t>SubMenu</a:t>
            </a:r>
            <a:r>
              <a:rPr lang="pt-BR" sz="1100" dirty="0"/>
              <a:t>&gt;</a:t>
            </a:r>
          </a:p>
          <a:p>
            <a:pPr marL="114300" indent="0">
              <a:buNone/>
            </a:pPr>
            <a:r>
              <a:rPr lang="pt-BR" sz="1100" dirty="0"/>
              <a:t>        &lt;</a:t>
            </a:r>
            <a:r>
              <a:rPr lang="pt-BR" sz="1100" dirty="0" err="1"/>
              <a:t>SubMenu</a:t>
            </a:r>
            <a:r>
              <a:rPr lang="pt-BR" sz="1100" dirty="0"/>
              <a:t> nome="CRUD Em Linha" </a:t>
            </a:r>
            <a:r>
              <a:rPr lang="pt-BR" sz="1100" dirty="0" err="1"/>
              <a:t>permissao</a:t>
            </a:r>
            <a:r>
              <a:rPr lang="pt-BR" sz="1100" dirty="0"/>
              <a:t>="</a:t>
            </a:r>
            <a:r>
              <a:rPr lang="pt-BR" sz="1100" dirty="0" err="1" smtClean="0"/>
              <a:t>Administrador</a:t>
            </a:r>
            <a:r>
              <a:rPr lang="pt-BR" sz="1100" b="1" dirty="0" err="1" smtClean="0"/>
              <a:t>,Presidente</a:t>
            </a:r>
            <a:r>
              <a:rPr lang="pt-BR" sz="1100" dirty="0" err="1" smtClean="0"/>
              <a:t>"url</a:t>
            </a:r>
            <a:r>
              <a:rPr lang="pt-BR" sz="1100" dirty="0"/>
              <a:t>="</a:t>
            </a:r>
            <a:r>
              <a:rPr lang="pt-BR" sz="1100" dirty="0" err="1"/>
              <a:t>Templates_CRUDInline.listar</a:t>
            </a:r>
            <a:r>
              <a:rPr lang="pt-BR" sz="1100" dirty="0"/>
              <a:t>"&gt;&lt;/</a:t>
            </a:r>
            <a:r>
              <a:rPr lang="pt-BR" sz="1100" dirty="0" err="1"/>
              <a:t>SubMenu</a:t>
            </a:r>
            <a:r>
              <a:rPr lang="pt-BR" sz="1100" dirty="0"/>
              <a:t>&gt;</a:t>
            </a:r>
          </a:p>
          <a:p>
            <a:pPr marL="114300" indent="0">
              <a:buNone/>
            </a:pPr>
            <a:r>
              <a:rPr lang="pt-BR" sz="1100" dirty="0"/>
              <a:t> </a:t>
            </a:r>
            <a:r>
              <a:rPr lang="pt-BR" sz="1100" dirty="0" smtClean="0"/>
              <a:t>&lt;/</a:t>
            </a:r>
            <a:r>
              <a:rPr lang="pt-BR" sz="1100" dirty="0"/>
              <a:t>Menu&gt;</a:t>
            </a:r>
          </a:p>
        </p:txBody>
      </p:sp>
    </p:spTree>
    <p:extLst>
      <p:ext uri="{BB962C8B-B14F-4D97-AF65-F5344CB8AC3E}">
        <p14:creationId xmlns:p14="http://schemas.microsoft.com/office/powerpoint/2010/main" xmlns="" val="487417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35496" y="44624"/>
            <a:ext cx="8352928" cy="5544616"/>
            <a:chOff x="323528" y="836712"/>
            <a:chExt cx="7920880" cy="5760640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67544" y="836712"/>
              <a:ext cx="990600" cy="1000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" name="Right Arrow 4"/>
            <p:cNvSpPr/>
            <p:nvPr/>
          </p:nvSpPr>
          <p:spPr>
            <a:xfrm>
              <a:off x="1835696" y="1052736"/>
              <a:ext cx="1296144" cy="216024"/>
            </a:xfrm>
            <a:prstGeom prst="right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ight Arrow 6"/>
            <p:cNvSpPr/>
            <p:nvPr/>
          </p:nvSpPr>
          <p:spPr>
            <a:xfrm rot="10800000">
              <a:off x="1835696" y="1340768"/>
              <a:ext cx="1296144" cy="216024"/>
            </a:xfrm>
            <a:prstGeom prst="right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419872" y="980728"/>
              <a:ext cx="1944216" cy="648072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 smtClean="0"/>
                <a:t>Controller</a:t>
              </a:r>
              <a:endParaRPr lang="pt-BR" dirty="0" smtClean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635896" y="2780928"/>
              <a:ext cx="1584176" cy="72008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 smtClean="0"/>
                <a:t>Template</a:t>
              </a:r>
              <a:endParaRPr lang="pt-BR" dirty="0"/>
            </a:p>
          </p:txBody>
        </p:sp>
        <p:sp>
          <p:nvSpPr>
            <p:cNvPr id="13" name="Right Arrow 12"/>
            <p:cNvSpPr/>
            <p:nvPr/>
          </p:nvSpPr>
          <p:spPr>
            <a:xfrm rot="16200000">
              <a:off x="3959932" y="2096852"/>
              <a:ext cx="864096" cy="216024"/>
            </a:xfrm>
            <a:prstGeom prst="right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635896" y="5949280"/>
              <a:ext cx="1656184" cy="648072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Migalha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572000" y="4797152"/>
              <a:ext cx="1656184" cy="648072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Mensagens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23528" y="2924944"/>
              <a:ext cx="1656184" cy="648072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Documentos</a:t>
              </a:r>
            </a:p>
            <a:p>
              <a:pPr algn="ctr"/>
              <a:r>
                <a:rPr lang="pt-BR" dirty="0" smtClean="0"/>
                <a:t>(</a:t>
              </a:r>
              <a:r>
                <a:rPr lang="pt-BR" dirty="0" err="1" smtClean="0"/>
                <a:t>html</a:t>
              </a:r>
              <a:r>
                <a:rPr lang="pt-BR" dirty="0" smtClean="0"/>
                <a:t>,</a:t>
              </a:r>
              <a:r>
                <a:rPr lang="pt-BR" dirty="0" err="1" smtClean="0"/>
                <a:t>xml</a:t>
              </a:r>
              <a:r>
                <a:rPr lang="pt-BR" dirty="0" smtClean="0"/>
                <a:t>)</a:t>
              </a:r>
            </a:p>
          </p:txBody>
        </p:sp>
        <p:sp>
          <p:nvSpPr>
            <p:cNvPr id="19" name="Right Arrow 18"/>
            <p:cNvSpPr/>
            <p:nvPr/>
          </p:nvSpPr>
          <p:spPr>
            <a:xfrm>
              <a:off x="2195736" y="3068960"/>
              <a:ext cx="1296144" cy="216024"/>
            </a:xfrm>
            <a:prstGeom prst="right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Right Arrow 20"/>
            <p:cNvSpPr/>
            <p:nvPr/>
          </p:nvSpPr>
          <p:spPr>
            <a:xfrm rot="16200000">
              <a:off x="4463988" y="4041068"/>
              <a:ext cx="864096" cy="216024"/>
            </a:xfrm>
            <a:prstGeom prst="right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" name="Right Arrow 21"/>
            <p:cNvSpPr/>
            <p:nvPr/>
          </p:nvSpPr>
          <p:spPr>
            <a:xfrm rot="16200000">
              <a:off x="3311860" y="4689140"/>
              <a:ext cx="2160240" cy="216024"/>
            </a:xfrm>
            <a:prstGeom prst="right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11560" y="5085184"/>
              <a:ext cx="1656184" cy="648072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Mapeamento</a:t>
              </a:r>
            </a:p>
            <a:p>
              <a:pPr algn="ctr"/>
              <a:r>
                <a:rPr lang="pt-BR" dirty="0" smtClean="0"/>
                <a:t>(Menu)</a:t>
              </a:r>
            </a:p>
          </p:txBody>
        </p:sp>
        <p:sp>
          <p:nvSpPr>
            <p:cNvPr id="27" name="Bent-Up Arrow 26"/>
            <p:cNvSpPr/>
            <p:nvPr/>
          </p:nvSpPr>
          <p:spPr>
            <a:xfrm>
              <a:off x="2411760" y="3717032"/>
              <a:ext cx="1512168" cy="1872208"/>
            </a:xfrm>
            <a:prstGeom prst="bentUpArrow">
              <a:avLst>
                <a:gd name="adj1" fmla="val 7071"/>
                <a:gd name="adj2" fmla="val 7268"/>
                <a:gd name="adj3" fmla="val 10121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" name="Right Arrow 27"/>
            <p:cNvSpPr/>
            <p:nvPr/>
          </p:nvSpPr>
          <p:spPr>
            <a:xfrm rot="5400000">
              <a:off x="575556" y="4257092"/>
              <a:ext cx="1296144" cy="216024"/>
            </a:xfrm>
            <a:prstGeom prst="right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Bent-Up Arrow 22"/>
            <p:cNvSpPr/>
            <p:nvPr/>
          </p:nvSpPr>
          <p:spPr>
            <a:xfrm rot="5400000" flipV="1">
              <a:off x="5148064" y="2924944"/>
              <a:ext cx="3456384" cy="1152128"/>
            </a:xfrm>
            <a:prstGeom prst="bentUpArrow">
              <a:avLst>
                <a:gd name="adj1" fmla="val 8293"/>
                <a:gd name="adj2" fmla="val 7987"/>
                <a:gd name="adj3" fmla="val 11231"/>
              </a:avLst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0" name="Bent-Up Arrow 23"/>
            <p:cNvSpPr/>
            <p:nvPr/>
          </p:nvSpPr>
          <p:spPr>
            <a:xfrm rot="5400000" flipV="1">
              <a:off x="4463988" y="2960948"/>
              <a:ext cx="4608512" cy="2232248"/>
            </a:xfrm>
            <a:prstGeom prst="bentUpArrow">
              <a:avLst>
                <a:gd name="adj1" fmla="val 3857"/>
                <a:gd name="adj2" fmla="val 3940"/>
                <a:gd name="adj3" fmla="val 6968"/>
              </a:avLst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Right Arrow 9"/>
            <p:cNvSpPr/>
            <p:nvPr/>
          </p:nvSpPr>
          <p:spPr>
            <a:xfrm>
              <a:off x="5508105" y="1196752"/>
              <a:ext cx="936104" cy="216024"/>
            </a:xfrm>
            <a:prstGeom prst="right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Rectangle 10"/>
            <p:cNvSpPr/>
            <p:nvPr/>
          </p:nvSpPr>
          <p:spPr>
            <a:xfrm>
              <a:off x="6516216" y="980728"/>
              <a:ext cx="1728192" cy="648072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err="1" smtClean="0"/>
                <a:t>Action</a:t>
              </a:r>
              <a:endParaRPr lang="pt-BR" dirty="0" smtClean="0"/>
            </a:p>
          </p:txBody>
        </p:sp>
        <p:sp>
          <p:nvSpPr>
            <p:cNvPr id="33" name="Bent-Up Arrow 24"/>
            <p:cNvSpPr/>
            <p:nvPr/>
          </p:nvSpPr>
          <p:spPr>
            <a:xfrm rot="5400000" flipV="1">
              <a:off x="5400095" y="1736812"/>
              <a:ext cx="1584176" cy="1656184"/>
            </a:xfrm>
            <a:prstGeom prst="bentUpArrow">
              <a:avLst>
                <a:gd name="adj1" fmla="val 8293"/>
                <a:gd name="adj2" fmla="val 7987"/>
                <a:gd name="adj3" fmla="val 11231"/>
              </a:avLst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Estrutura do Framework</a:t>
            </a:r>
            <a:endParaRPr lang="pt-BR" dirty="0"/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xmlns="" val="4228723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arenR"/>
            </a:pPr>
            <a:r>
              <a:rPr lang="pt-BR" dirty="0" smtClean="0"/>
              <a:t>&lt;</a:t>
            </a:r>
            <a:r>
              <a:rPr lang="pt-BR" dirty="0" err="1" smtClean="0"/>
              <a:t>Action</a:t>
            </a:r>
            <a:r>
              <a:rPr lang="pt-BR" dirty="0" smtClean="0"/>
              <a:t>/Pasta&gt;</a:t>
            </a:r>
            <a:r>
              <a:rPr lang="pt-BR" dirty="0" smtClean="0">
                <a:solidFill>
                  <a:srgbClr val="C00000"/>
                </a:solidFill>
              </a:rPr>
              <a:t>.</a:t>
            </a:r>
            <a:r>
              <a:rPr lang="pt-BR" dirty="0" smtClean="0"/>
              <a:t>&lt;</a:t>
            </a:r>
            <a:r>
              <a:rPr lang="pt-BR" dirty="0" err="1" smtClean="0"/>
              <a:t>Metodo</a:t>
            </a:r>
            <a:r>
              <a:rPr lang="pt-BR" dirty="0" smtClean="0"/>
              <a:t>/HTML&gt;</a:t>
            </a:r>
            <a:br>
              <a:rPr lang="pt-BR" dirty="0" smtClean="0"/>
            </a:br>
            <a:r>
              <a:rPr lang="pt-BR" dirty="0" smtClean="0">
                <a:solidFill>
                  <a:schemeClr val="tx2"/>
                </a:solidFill>
              </a:rPr>
              <a:t>Exemplo: </a:t>
            </a:r>
            <a:r>
              <a:rPr lang="pt-BR" dirty="0" err="1" smtClean="0">
                <a:solidFill>
                  <a:schemeClr val="tx2"/>
                </a:solidFill>
              </a:rPr>
              <a:t>Usuario.listar</a:t>
            </a:r>
            <a:endParaRPr lang="pt-BR" dirty="0" smtClean="0">
              <a:solidFill>
                <a:schemeClr val="tx2"/>
              </a:solidFill>
            </a:endParaRPr>
          </a:p>
          <a:p>
            <a:pPr marL="514350" indent="-514350">
              <a:buFont typeface="+mj-lt"/>
              <a:buAutoNum type="arabicParenR"/>
            </a:pPr>
            <a:r>
              <a:rPr lang="pt-BR" dirty="0" smtClean="0"/>
              <a:t>&lt;</a:t>
            </a:r>
            <a:r>
              <a:rPr lang="pt-BR" dirty="0" err="1" smtClean="0"/>
              <a:t>Action</a:t>
            </a:r>
            <a:r>
              <a:rPr lang="pt-BR" dirty="0" smtClean="0"/>
              <a:t>/Pasta&gt;</a:t>
            </a:r>
            <a:r>
              <a:rPr lang="pt-BR" dirty="0" smtClean="0">
                <a:solidFill>
                  <a:srgbClr val="C00000"/>
                </a:solidFill>
              </a:rPr>
              <a:t>.</a:t>
            </a:r>
            <a:r>
              <a:rPr lang="pt-BR" dirty="0" smtClean="0"/>
              <a:t>&lt;</a:t>
            </a:r>
            <a:r>
              <a:rPr lang="pt-BR" dirty="0" err="1" smtClean="0"/>
              <a:t>Metodo</a:t>
            </a:r>
            <a:r>
              <a:rPr lang="pt-BR" dirty="0" smtClean="0"/>
              <a:t>&gt;</a:t>
            </a:r>
            <a:r>
              <a:rPr lang="pt-BR" dirty="0" smtClean="0">
                <a:solidFill>
                  <a:srgbClr val="C00000"/>
                </a:solidFill>
              </a:rPr>
              <a:t>.</a:t>
            </a:r>
            <a:r>
              <a:rPr lang="pt-BR" dirty="0" smtClean="0"/>
              <a:t>&lt;HTML&gt;</a:t>
            </a:r>
            <a:br>
              <a:rPr lang="pt-BR" dirty="0" smtClean="0"/>
            </a:br>
            <a:r>
              <a:rPr lang="pt-BR" dirty="0" smtClean="0">
                <a:solidFill>
                  <a:schemeClr val="tx2"/>
                </a:solidFill>
              </a:rPr>
              <a:t> Exemplos: </a:t>
            </a:r>
            <a:r>
              <a:rPr lang="pt-BR" dirty="0" err="1" smtClean="0">
                <a:solidFill>
                  <a:schemeClr val="tx2"/>
                </a:solidFill>
              </a:rPr>
              <a:t>Usuario.novo.formulario</a:t>
            </a:r>
            <a:r>
              <a:rPr lang="pt-BR" dirty="0" smtClean="0">
                <a:solidFill>
                  <a:schemeClr val="tx2"/>
                </a:solidFill>
              </a:rPr>
              <a:t/>
            </a:r>
            <a:br>
              <a:rPr lang="pt-BR" dirty="0" smtClean="0">
                <a:solidFill>
                  <a:schemeClr val="tx2"/>
                </a:solidFill>
              </a:rPr>
            </a:br>
            <a:r>
              <a:rPr lang="pt-BR" dirty="0" smtClean="0">
                <a:solidFill>
                  <a:schemeClr val="tx2"/>
                </a:solidFill>
              </a:rPr>
              <a:t>                    </a:t>
            </a:r>
            <a:r>
              <a:rPr lang="pt-BR" dirty="0" err="1" smtClean="0">
                <a:solidFill>
                  <a:schemeClr val="tx2"/>
                </a:solidFill>
              </a:rPr>
              <a:t>Usuario.editar.formulario</a:t>
            </a:r>
            <a:endParaRPr lang="pt-BR" dirty="0" smtClean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pt-BR" dirty="0" smtClean="0"/>
          </a:p>
          <a:p>
            <a:pPr marL="514350" indent="-514350">
              <a:buFont typeface="+mj-lt"/>
              <a:buAutoNum type="arabicParenR"/>
            </a:pPr>
            <a:endParaRPr lang="pt-BR" dirty="0" smtClean="0"/>
          </a:p>
          <a:p>
            <a:pPr marL="514350" indent="-514350">
              <a:buFont typeface="+mj-lt"/>
              <a:buAutoNum type="arabicParenR"/>
            </a:pPr>
            <a:endParaRPr lang="pt-BR" dirty="0" smtClean="0"/>
          </a:p>
          <a:p>
            <a:pPr marL="514350" indent="-514350">
              <a:buFont typeface="+mj-lt"/>
              <a:buAutoNum type="arabicParenR"/>
            </a:pPr>
            <a:endParaRPr lang="pt-BR" dirty="0"/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Formatos de URL simples</a:t>
            </a:r>
          </a:p>
        </p:txBody>
      </p:sp>
    </p:spTree>
    <p:extLst>
      <p:ext uri="{BB962C8B-B14F-4D97-AF65-F5344CB8AC3E}">
        <p14:creationId xmlns:p14="http://schemas.microsoft.com/office/powerpoint/2010/main" xmlns="" val="1434890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dirty="0" smtClean="0"/>
              <a:t>&lt;</a:t>
            </a:r>
            <a:r>
              <a:rPr lang="pt-BR" dirty="0" err="1" smtClean="0"/>
              <a:t>ActionX</a:t>
            </a:r>
            <a:r>
              <a:rPr lang="pt-BR" dirty="0" smtClean="0"/>
              <a:t>&gt;</a:t>
            </a:r>
            <a:r>
              <a:rPr lang="pt-BR" dirty="0" smtClean="0">
                <a:solidFill>
                  <a:srgbClr val="C00000"/>
                </a:solidFill>
              </a:rPr>
              <a:t>.</a:t>
            </a:r>
            <a:r>
              <a:rPr lang="pt-BR" dirty="0" smtClean="0"/>
              <a:t>&lt;</a:t>
            </a:r>
            <a:r>
              <a:rPr lang="pt-BR" dirty="0" err="1" smtClean="0"/>
              <a:t>MetodoX</a:t>
            </a:r>
            <a:r>
              <a:rPr lang="pt-BR" dirty="0" smtClean="0"/>
              <a:t>&gt;.&lt;</a:t>
            </a:r>
            <a:r>
              <a:rPr lang="pt-BR" dirty="0" err="1" smtClean="0"/>
              <a:t>ActionY</a:t>
            </a:r>
            <a:r>
              <a:rPr lang="pt-BR" dirty="0" smtClean="0"/>
              <a:t>/Pasta&gt;</a:t>
            </a:r>
            <a:r>
              <a:rPr lang="pt-BR" dirty="0" smtClean="0">
                <a:solidFill>
                  <a:srgbClr val="C00000"/>
                </a:solidFill>
              </a:rPr>
              <a:t>.</a:t>
            </a:r>
            <a:r>
              <a:rPr lang="pt-BR" dirty="0" smtClean="0"/>
              <a:t>&lt;</a:t>
            </a:r>
            <a:r>
              <a:rPr lang="pt-BR" dirty="0" err="1" smtClean="0"/>
              <a:t>MetodoY</a:t>
            </a:r>
            <a:r>
              <a:rPr lang="pt-BR" dirty="0" smtClean="0"/>
              <a:t>/HTML&gt;</a:t>
            </a:r>
            <a:br>
              <a:rPr lang="pt-BR" dirty="0" smtClean="0"/>
            </a:br>
            <a:r>
              <a:rPr lang="pt-BR" dirty="0" smtClean="0">
                <a:solidFill>
                  <a:schemeClr val="tx2"/>
                </a:solidFill>
              </a:rPr>
              <a:t>Exemplo: </a:t>
            </a:r>
            <a:r>
              <a:rPr lang="pt-BR" dirty="0" err="1" smtClean="0">
                <a:solidFill>
                  <a:schemeClr val="tx2"/>
                </a:solidFill>
              </a:rPr>
              <a:t>Usuario</a:t>
            </a:r>
            <a:r>
              <a:rPr lang="pt-BR" dirty="0" smtClean="0">
                <a:solidFill>
                  <a:schemeClr val="tx2"/>
                </a:solidFill>
              </a:rPr>
              <a:t>.excluir.</a:t>
            </a:r>
            <a:r>
              <a:rPr lang="pt-BR" dirty="0" err="1" smtClean="0">
                <a:solidFill>
                  <a:schemeClr val="tx2"/>
                </a:solidFill>
              </a:rPr>
              <a:t>Usuario</a:t>
            </a:r>
            <a:r>
              <a:rPr lang="pt-BR" dirty="0" smtClean="0">
                <a:solidFill>
                  <a:schemeClr val="tx2"/>
                </a:solidFill>
              </a:rPr>
              <a:t>.listar</a:t>
            </a:r>
            <a:br>
              <a:rPr lang="pt-BR" dirty="0" smtClean="0">
                <a:solidFill>
                  <a:schemeClr val="tx2"/>
                </a:solidFill>
              </a:rPr>
            </a:br>
            <a:r>
              <a:rPr lang="pt-BR" dirty="0" smtClean="0">
                <a:solidFill>
                  <a:schemeClr val="tx2"/>
                </a:solidFill>
              </a:rPr>
              <a:t>                  </a:t>
            </a:r>
            <a:r>
              <a:rPr lang="pt-BR" dirty="0" err="1" smtClean="0">
                <a:solidFill>
                  <a:schemeClr val="tx2"/>
                </a:solidFill>
              </a:rPr>
              <a:t>Usuario</a:t>
            </a:r>
            <a:r>
              <a:rPr lang="pt-BR" dirty="0" smtClean="0"/>
              <a:t>.incluir.</a:t>
            </a:r>
            <a:r>
              <a:rPr lang="pt-BR" dirty="0" err="1" smtClean="0"/>
              <a:t>Usuario</a:t>
            </a:r>
            <a:r>
              <a:rPr lang="pt-BR" dirty="0" smtClean="0"/>
              <a:t>.listar</a:t>
            </a:r>
            <a:br>
              <a:rPr lang="pt-BR" dirty="0" smtClean="0"/>
            </a:br>
            <a:r>
              <a:rPr lang="pt-BR" dirty="0" smtClean="0"/>
              <a:t>                  </a:t>
            </a:r>
            <a:r>
              <a:rPr lang="pt-BR" dirty="0" err="1" smtClean="0"/>
              <a:t>Usuario</a:t>
            </a:r>
            <a:r>
              <a:rPr lang="pt-BR" dirty="0" smtClean="0"/>
              <a:t>.alterar.</a:t>
            </a:r>
            <a:r>
              <a:rPr lang="pt-BR" dirty="0" err="1" smtClean="0"/>
              <a:t>Usuario</a:t>
            </a:r>
            <a:r>
              <a:rPr lang="pt-BR" dirty="0" smtClean="0"/>
              <a:t>.listar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 smtClean="0"/>
              <a:t>Exemplo de utilização</a:t>
            </a:r>
            <a:endParaRPr lang="pt-BR" dirty="0" smtClean="0">
              <a:solidFill>
                <a:schemeClr val="tx2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pt-BR" dirty="0" smtClean="0"/>
              <a:t>&lt;</a:t>
            </a:r>
            <a:r>
              <a:rPr lang="pt-BR" dirty="0" err="1" smtClean="0"/>
              <a:t>ActionX</a:t>
            </a:r>
            <a:r>
              <a:rPr lang="pt-BR" dirty="0" smtClean="0"/>
              <a:t>&gt;</a:t>
            </a:r>
            <a:r>
              <a:rPr lang="pt-BR" dirty="0" smtClean="0">
                <a:solidFill>
                  <a:srgbClr val="C00000"/>
                </a:solidFill>
              </a:rPr>
              <a:t>.</a:t>
            </a:r>
            <a:r>
              <a:rPr lang="pt-BR" dirty="0" smtClean="0"/>
              <a:t>&lt;</a:t>
            </a:r>
            <a:r>
              <a:rPr lang="pt-BR" dirty="0" err="1" smtClean="0"/>
              <a:t>MetodoX</a:t>
            </a:r>
            <a:r>
              <a:rPr lang="pt-BR" dirty="0" smtClean="0"/>
              <a:t>&gt;</a:t>
            </a:r>
            <a:r>
              <a:rPr lang="pt-BR" dirty="0" smtClean="0">
                <a:solidFill>
                  <a:srgbClr val="C00000"/>
                </a:solidFill>
              </a:rPr>
              <a:t>.&lt;</a:t>
            </a:r>
            <a:r>
              <a:rPr lang="pt-BR" dirty="0" err="1" smtClean="0"/>
              <a:t>ActionY</a:t>
            </a:r>
            <a:r>
              <a:rPr lang="pt-BR" dirty="0" smtClean="0"/>
              <a:t>/Pasta&gt;</a:t>
            </a:r>
            <a:r>
              <a:rPr lang="pt-BR" dirty="0" smtClean="0">
                <a:solidFill>
                  <a:srgbClr val="C00000"/>
                </a:solidFill>
              </a:rPr>
              <a:t>.</a:t>
            </a:r>
            <a:r>
              <a:rPr lang="pt-BR" dirty="0" smtClean="0"/>
              <a:t>&lt;</a:t>
            </a:r>
            <a:r>
              <a:rPr lang="pt-BR" dirty="0" err="1" smtClean="0"/>
              <a:t>MetodoY</a:t>
            </a:r>
            <a:r>
              <a:rPr lang="pt-BR" dirty="0" smtClean="0"/>
              <a:t>&gt;</a:t>
            </a:r>
            <a:r>
              <a:rPr lang="pt-BR" dirty="0" smtClean="0">
                <a:solidFill>
                  <a:srgbClr val="C00000"/>
                </a:solidFill>
              </a:rPr>
              <a:t>.</a:t>
            </a:r>
            <a:r>
              <a:rPr lang="pt-BR" dirty="0" smtClean="0"/>
              <a:t>&lt;HTML&gt;</a:t>
            </a:r>
          </a:p>
          <a:p>
            <a:pPr marL="514350" indent="-514350">
              <a:buNone/>
            </a:pPr>
            <a:r>
              <a:rPr lang="pt-BR" dirty="0" smtClean="0">
                <a:solidFill>
                  <a:schemeClr val="tx2"/>
                </a:solidFill>
              </a:rPr>
              <a:t>	Exemplos: </a:t>
            </a:r>
            <a:r>
              <a:rPr lang="pt-BR" dirty="0" err="1" smtClean="0">
                <a:solidFill>
                  <a:schemeClr val="tx2"/>
                </a:solidFill>
              </a:rPr>
              <a:t>Usuario</a:t>
            </a:r>
            <a:r>
              <a:rPr lang="pt-BR" dirty="0" smtClean="0">
                <a:solidFill>
                  <a:schemeClr val="tx2"/>
                </a:solidFill>
              </a:rPr>
              <a:t>.</a:t>
            </a:r>
            <a:r>
              <a:rPr lang="pt-BR" dirty="0"/>
              <a:t> </a:t>
            </a:r>
            <a:r>
              <a:rPr lang="pt-BR" dirty="0" err="1"/>
              <a:t>alterar</a:t>
            </a:r>
            <a:r>
              <a:rPr lang="pt-BR" dirty="0" err="1" smtClean="0">
                <a:solidFill>
                  <a:schemeClr val="tx2"/>
                </a:solidFill>
              </a:rPr>
              <a:t>.Usuario.editar.formulario</a:t>
            </a:r>
            <a:endParaRPr lang="pt-BR" dirty="0" smtClean="0">
              <a:solidFill>
                <a:schemeClr val="tx2"/>
              </a:solidFill>
            </a:endParaRPr>
          </a:p>
          <a:p>
            <a:pPr marL="514350" indent="-514350">
              <a:buNone/>
            </a:pPr>
            <a:r>
              <a:rPr lang="pt-BR" dirty="0" smtClean="0"/>
              <a:t/>
            </a:r>
            <a:br>
              <a:rPr lang="pt-BR" dirty="0" smtClean="0"/>
            </a:br>
            <a:endParaRPr lang="pt-BR" dirty="0" smtClean="0"/>
          </a:p>
          <a:p>
            <a:pPr marL="514350" indent="-514350">
              <a:buNone/>
            </a:pPr>
            <a:endParaRPr lang="pt-BR" dirty="0"/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Formatos de URL com redirecionamento de HTML</a:t>
            </a:r>
          </a:p>
        </p:txBody>
      </p:sp>
    </p:spTree>
    <p:extLst>
      <p:ext uri="{BB962C8B-B14F-4D97-AF65-F5344CB8AC3E}">
        <p14:creationId xmlns:p14="http://schemas.microsoft.com/office/powerpoint/2010/main" xmlns="" val="2075450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619672" y="5229200"/>
            <a:ext cx="5376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cap="all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Package</a:t>
            </a:r>
            <a:r>
              <a:rPr lang="pt-BR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:   </a:t>
            </a:r>
            <a:r>
              <a:rPr lang="pt-BR" b="1" cap="all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br.uniceub.fsw.action</a:t>
            </a:r>
            <a:r>
              <a:rPr lang="pt-BR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  -&gt; Classe.java</a:t>
            </a:r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Organizaçao</a:t>
            </a:r>
            <a:r>
              <a:rPr lang="pt-BR" dirty="0"/>
              <a:t> das pastas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95536" y="1700808"/>
            <a:ext cx="3024336" cy="3240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2322230" y="2751553"/>
            <a:ext cx="7280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 smtClean="0"/>
              <a:t>&lt;Classe&gt;</a:t>
            </a:r>
            <a:endParaRPr lang="pt-BR" sz="1200" dirty="0"/>
          </a:p>
        </p:txBody>
      </p:sp>
      <p:sp>
        <p:nvSpPr>
          <p:cNvPr id="10" name="CaixaDeTexto 9"/>
          <p:cNvSpPr txBox="1"/>
          <p:nvPr/>
        </p:nvSpPr>
        <p:spPr>
          <a:xfrm>
            <a:off x="3317320" y="3598654"/>
            <a:ext cx="7280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 smtClean="0"/>
              <a:t>&lt;Classe&gt;</a:t>
            </a:r>
            <a:endParaRPr lang="pt-BR" sz="1200" dirty="0"/>
          </a:p>
        </p:txBody>
      </p:sp>
      <p:sp>
        <p:nvSpPr>
          <p:cNvPr id="11" name="CaixaDeTexto 10"/>
          <p:cNvSpPr txBox="1"/>
          <p:nvPr/>
        </p:nvSpPr>
        <p:spPr>
          <a:xfrm>
            <a:off x="3106202" y="4471296"/>
            <a:ext cx="7280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 smtClean="0"/>
              <a:t>&lt;Classe&gt;</a:t>
            </a:r>
            <a:endParaRPr lang="pt-BR" sz="1200" dirty="0"/>
          </a:p>
        </p:txBody>
      </p:sp>
      <p:sp>
        <p:nvSpPr>
          <p:cNvPr id="12" name="CaixaDeTexto 11"/>
          <p:cNvSpPr txBox="1"/>
          <p:nvPr/>
        </p:nvSpPr>
        <p:spPr>
          <a:xfrm>
            <a:off x="2123728" y="3381029"/>
            <a:ext cx="16231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 smtClean="0"/>
              <a:t>&lt;= Pasta do framework</a:t>
            </a:r>
            <a:endParaRPr lang="pt-BR" sz="1200" dirty="0"/>
          </a:p>
        </p:txBody>
      </p:sp>
      <p:sp>
        <p:nvSpPr>
          <p:cNvPr id="7" name="CaixaDeTexto 6"/>
          <p:cNvSpPr txBox="1"/>
          <p:nvPr/>
        </p:nvSpPr>
        <p:spPr>
          <a:xfrm>
            <a:off x="2652291" y="3167051"/>
            <a:ext cx="8395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 smtClean="0"/>
              <a:t>&lt;</a:t>
            </a:r>
            <a:r>
              <a:rPr lang="pt-BR" sz="1200" dirty="0" err="1" smtClean="0"/>
              <a:t>Metodo</a:t>
            </a:r>
            <a:r>
              <a:rPr lang="pt-BR" sz="1200" dirty="0" smtClean="0"/>
              <a:t>&gt;</a:t>
            </a:r>
            <a:endParaRPr lang="pt-BR" sz="1200" dirty="0"/>
          </a:p>
        </p:txBody>
      </p:sp>
      <p:sp>
        <p:nvSpPr>
          <p:cNvPr id="14" name="CaixaDeTexto 13"/>
          <p:cNvSpPr txBox="1"/>
          <p:nvPr/>
        </p:nvSpPr>
        <p:spPr>
          <a:xfrm>
            <a:off x="2987824" y="2967521"/>
            <a:ext cx="8395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 smtClean="0"/>
              <a:t>&lt;</a:t>
            </a:r>
            <a:r>
              <a:rPr lang="pt-BR" sz="1200" dirty="0" err="1" smtClean="0"/>
              <a:t>Metodo</a:t>
            </a:r>
            <a:r>
              <a:rPr lang="pt-BR" sz="1200" dirty="0" smtClean="0"/>
              <a:t>&gt;</a:t>
            </a:r>
            <a:endParaRPr lang="pt-BR" sz="1200" dirty="0"/>
          </a:p>
        </p:txBody>
      </p:sp>
      <p:sp>
        <p:nvSpPr>
          <p:cNvPr id="15" name="CaixaDeTexto 14"/>
          <p:cNvSpPr txBox="1"/>
          <p:nvPr/>
        </p:nvSpPr>
        <p:spPr>
          <a:xfrm>
            <a:off x="2898730" y="3812505"/>
            <a:ext cx="8395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 smtClean="0"/>
              <a:t>&lt;</a:t>
            </a:r>
            <a:r>
              <a:rPr lang="pt-BR" sz="1200" dirty="0" err="1" smtClean="0"/>
              <a:t>Metodo</a:t>
            </a:r>
            <a:r>
              <a:rPr lang="pt-BR" sz="1200" dirty="0" smtClean="0"/>
              <a:t>&gt;</a:t>
            </a:r>
            <a:endParaRPr lang="pt-BR" sz="1200" dirty="0"/>
          </a:p>
        </p:txBody>
      </p:sp>
      <p:sp>
        <p:nvSpPr>
          <p:cNvPr id="16" name="CaixaDeTexto 15"/>
          <p:cNvSpPr txBox="1"/>
          <p:nvPr/>
        </p:nvSpPr>
        <p:spPr>
          <a:xfrm>
            <a:off x="2564322" y="4022556"/>
            <a:ext cx="8395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 smtClean="0"/>
              <a:t>&lt;</a:t>
            </a:r>
            <a:r>
              <a:rPr lang="pt-BR" sz="1200" dirty="0" err="1" smtClean="0"/>
              <a:t>Metodo</a:t>
            </a:r>
            <a:r>
              <a:rPr lang="pt-BR" sz="1200" dirty="0" smtClean="0"/>
              <a:t>&gt;</a:t>
            </a:r>
            <a:endParaRPr lang="pt-BR" sz="1200" dirty="0"/>
          </a:p>
        </p:txBody>
      </p:sp>
      <p:sp>
        <p:nvSpPr>
          <p:cNvPr id="17" name="CaixaDeTexto 16"/>
          <p:cNvSpPr txBox="1"/>
          <p:nvPr/>
        </p:nvSpPr>
        <p:spPr>
          <a:xfrm>
            <a:off x="2627784" y="4664169"/>
            <a:ext cx="8395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 smtClean="0"/>
              <a:t>&lt;</a:t>
            </a:r>
            <a:r>
              <a:rPr lang="pt-BR" sz="1200" dirty="0" err="1" smtClean="0"/>
              <a:t>Metodo</a:t>
            </a:r>
            <a:r>
              <a:rPr lang="pt-BR" sz="1200" dirty="0" smtClean="0"/>
              <a:t>&gt;</a:t>
            </a:r>
            <a:endParaRPr lang="pt-BR" sz="1200" dirty="0"/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211959" y="1855459"/>
            <a:ext cx="3979899" cy="2256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555929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Estrutura da Classe</a:t>
            </a:r>
            <a:endParaRPr lang="pt-B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11560" y="1268760"/>
            <a:ext cx="6686550" cy="536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4105872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Parametros</a:t>
            </a:r>
            <a:r>
              <a:rPr lang="pt-BR" dirty="0" smtClean="0"/>
              <a:t> do </a:t>
            </a:r>
            <a:r>
              <a:rPr lang="pt-BR" dirty="0" smtClean="0"/>
              <a:t>Framework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 err="1" smtClean="0"/>
              <a:t>ajax</a:t>
            </a:r>
            <a:r>
              <a:rPr lang="pt-BR" b="1" dirty="0" smtClean="0"/>
              <a:t> = </a:t>
            </a:r>
            <a:r>
              <a:rPr lang="pt-BR" b="1" dirty="0" err="1" smtClean="0"/>
              <a:t>true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Faz com que o framework somente devolva o </a:t>
            </a:r>
            <a:r>
              <a:rPr lang="pt-BR" dirty="0" err="1" smtClean="0"/>
              <a:t>html</a:t>
            </a:r>
            <a:r>
              <a:rPr lang="pt-BR" dirty="0" smtClean="0"/>
              <a:t> referente ao conteúdo, incluindo as migalhas e mensagens geradas.</a:t>
            </a:r>
          </a:p>
          <a:p>
            <a:endParaRPr lang="pt-BR" dirty="0"/>
          </a:p>
          <a:p>
            <a:r>
              <a:rPr lang="pt-BR" b="1" dirty="0" smtClean="0"/>
              <a:t>puro = </a:t>
            </a:r>
            <a:r>
              <a:rPr lang="pt-BR" b="1" dirty="0" err="1" smtClean="0"/>
              <a:t>true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O framework ira agora retornar somente o conteúdo (sem migalhas ou mensagens). Este parâmetro deve ser usado para buscar componentes afim de criar um formulário dinamicamente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xmlns="" val="3289121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Nomeclatura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 smtClean="0"/>
              <a:t>listar , novo , editar , visualizar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Estes são nomes de métodos /paginas, estes não deveram fazer mais nada além de montar a pagina pra o </a:t>
            </a:r>
            <a:r>
              <a:rPr lang="pt-BR" dirty="0" err="1" smtClean="0"/>
              <a:t>usuario</a:t>
            </a:r>
            <a:r>
              <a:rPr lang="pt-BR" dirty="0" smtClean="0"/>
              <a:t> preencher ou visualizar. Estes serão os botões num CRUD completo na pagina de listagem.</a:t>
            </a:r>
          </a:p>
          <a:p>
            <a:r>
              <a:rPr lang="pt-BR" b="1" dirty="0" smtClean="0"/>
              <a:t>incluir , alterar , excluir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Estes são os nomes dos métodos que realmente irão manipular os dados, não há necessidade de gera paginas estes poderão ser só executores e depois redirecionar para outra pagina geralmente a listar. Entretanto é recomendável que este utilizem mensagens para informar êxito ou erro.</a:t>
            </a:r>
          </a:p>
        </p:txBody>
      </p:sp>
    </p:spTree>
    <p:extLst>
      <p:ext uri="{BB962C8B-B14F-4D97-AF65-F5344CB8AC3E}">
        <p14:creationId xmlns:p14="http://schemas.microsoft.com/office/powerpoint/2010/main" xmlns="" val="3984381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23528" y="1682303"/>
            <a:ext cx="8328511" cy="4987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de um HTML no Framework</a:t>
            </a:r>
          </a:p>
        </p:txBody>
      </p:sp>
    </p:spTree>
    <p:extLst>
      <p:ext uri="{BB962C8B-B14F-4D97-AF65-F5344CB8AC3E}">
        <p14:creationId xmlns:p14="http://schemas.microsoft.com/office/powerpoint/2010/main" xmlns="" val="282502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HTML Classes Importantes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 err="1" smtClean="0"/>
              <a:t>a.ajaxConteudo</a:t>
            </a:r>
            <a:r>
              <a:rPr lang="pt-BR" dirty="0" smtClean="0"/>
              <a:t> =&gt; este link automaticamente  recebera o parâmetro </a:t>
            </a:r>
            <a:r>
              <a:rPr lang="pt-BR" dirty="0" err="1" smtClean="0"/>
              <a:t>ajax</a:t>
            </a:r>
            <a:r>
              <a:rPr lang="pt-BR" dirty="0" smtClean="0"/>
              <a:t>=</a:t>
            </a:r>
            <a:r>
              <a:rPr lang="pt-BR" dirty="0" err="1" smtClean="0"/>
              <a:t>true</a:t>
            </a:r>
            <a:r>
              <a:rPr lang="pt-BR" dirty="0" smtClean="0"/>
              <a:t> e o resultado substituirá o conteúdo da pagina.</a:t>
            </a:r>
          </a:p>
          <a:p>
            <a:r>
              <a:rPr lang="pt-BR" b="1" dirty="0" err="1" smtClean="0"/>
              <a:t>form.ajaxConteudo</a:t>
            </a:r>
            <a:r>
              <a:rPr lang="pt-BR" dirty="0" smtClean="0"/>
              <a:t> =&gt; este </a:t>
            </a:r>
            <a:r>
              <a:rPr lang="pt-BR" dirty="0" err="1" smtClean="0"/>
              <a:t>formulario</a:t>
            </a:r>
            <a:r>
              <a:rPr lang="pt-BR" dirty="0" smtClean="0"/>
              <a:t> ao ser submetido será incluso o </a:t>
            </a:r>
            <a:r>
              <a:rPr lang="pt-BR" dirty="0" err="1" smtClean="0"/>
              <a:t>paremetro</a:t>
            </a:r>
            <a:r>
              <a:rPr lang="pt-BR" dirty="0" smtClean="0"/>
              <a:t> </a:t>
            </a:r>
            <a:r>
              <a:rPr lang="pt-BR" dirty="0" err="1" smtClean="0"/>
              <a:t>ajax</a:t>
            </a:r>
            <a:r>
              <a:rPr lang="pt-BR" dirty="0" smtClean="0"/>
              <a:t>=</a:t>
            </a:r>
            <a:r>
              <a:rPr lang="pt-BR" dirty="0" err="1" smtClean="0"/>
              <a:t>true</a:t>
            </a:r>
            <a:r>
              <a:rPr lang="pt-BR" dirty="0" smtClean="0"/>
              <a:t> e o resultado </a:t>
            </a:r>
            <a:r>
              <a:rPr lang="pt-BR" dirty="0" err="1" smtClean="0"/>
              <a:t>subistituirá</a:t>
            </a:r>
            <a:r>
              <a:rPr lang="pt-BR" dirty="0" smtClean="0"/>
              <a:t> o </a:t>
            </a:r>
            <a:r>
              <a:rPr lang="pt-BR" dirty="0" err="1" smtClean="0"/>
              <a:t>conteudo</a:t>
            </a:r>
            <a:r>
              <a:rPr lang="pt-BR" dirty="0" smtClean="0"/>
              <a:t> da pagina.</a:t>
            </a:r>
          </a:p>
          <a:p>
            <a:r>
              <a:rPr lang="pt-BR" b="1" dirty="0" err="1" smtClean="0"/>
              <a:t>a.ajaxSubmit</a:t>
            </a:r>
            <a:r>
              <a:rPr lang="pt-BR" b="1" dirty="0" smtClean="0"/>
              <a:t> </a:t>
            </a:r>
            <a:r>
              <a:rPr lang="pt-BR" dirty="0" smtClean="0"/>
              <a:t>=&gt; torna o link o botão </a:t>
            </a:r>
            <a:r>
              <a:rPr lang="pt-BR" dirty="0" err="1" smtClean="0"/>
              <a:t>submit</a:t>
            </a:r>
            <a:r>
              <a:rPr lang="pt-BR" dirty="0" smtClean="0"/>
              <a:t> do formulário que esta contido.</a:t>
            </a:r>
          </a:p>
          <a:p>
            <a:r>
              <a:rPr lang="pt-BR" b="1" dirty="0" smtClean="0"/>
              <a:t>a.</a:t>
            </a:r>
            <a:r>
              <a:rPr lang="pt-BR" b="1" dirty="0"/>
              <a:t> editar </a:t>
            </a:r>
            <a:r>
              <a:rPr lang="pt-BR" b="1" dirty="0" smtClean="0"/>
              <a:t> , </a:t>
            </a:r>
            <a:r>
              <a:rPr lang="pt-BR" b="1" dirty="0" err="1" smtClean="0"/>
              <a:t>a.incluir</a:t>
            </a:r>
            <a:r>
              <a:rPr lang="pt-BR" b="1" dirty="0" smtClean="0"/>
              <a:t> , </a:t>
            </a:r>
            <a:r>
              <a:rPr lang="pt-BR" b="1" dirty="0" err="1" smtClean="0"/>
              <a:t>a.excluir</a:t>
            </a:r>
            <a:r>
              <a:rPr lang="pt-BR" b="1" dirty="0" smtClean="0"/>
              <a:t> , a.</a:t>
            </a:r>
            <a:r>
              <a:rPr lang="pt-BR" b="1" dirty="0"/>
              <a:t> alterar</a:t>
            </a:r>
            <a:r>
              <a:rPr lang="pt-BR" b="1" dirty="0" smtClean="0"/>
              <a:t> </a:t>
            </a:r>
            <a:r>
              <a:rPr lang="pt-BR" dirty="0" smtClean="0"/>
              <a:t>=&gt; estas classes devem ser usadas em paginas de listagem onde autores com estas iram ler a linha da tabela afim de serializar inputs e enviar para os links atribuídos.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xmlns="" val="235009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HTML Classes Importantes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 err="1" smtClean="0"/>
              <a:t>table.grid</a:t>
            </a:r>
            <a:r>
              <a:rPr lang="pt-BR" dirty="0" smtClean="0"/>
              <a:t> =&gt; Tabela com esta classe  receberão automaticamente as funcionalidades de paginação, filtro por coluna e por texto.</a:t>
            </a:r>
          </a:p>
          <a:p>
            <a:r>
              <a:rPr lang="pt-BR" b="1" dirty="0" err="1" smtClean="0"/>
              <a:t>table.noErrorLabel</a:t>
            </a:r>
            <a:r>
              <a:rPr lang="pt-BR" b="1" dirty="0" smtClean="0"/>
              <a:t> </a:t>
            </a:r>
            <a:r>
              <a:rPr lang="pt-BR" dirty="0" smtClean="0"/>
              <a:t>=&gt; deve ser usado em </a:t>
            </a:r>
            <a:r>
              <a:rPr lang="pt-BR" dirty="0" err="1" smtClean="0"/>
              <a:t>CRUDs</a:t>
            </a:r>
            <a:r>
              <a:rPr lang="pt-BR" dirty="0" smtClean="0"/>
              <a:t> em linha que utilizem validação de formulário pra esconder as mensagens de erro que alteram a estrutura da tabela.</a:t>
            </a:r>
          </a:p>
          <a:p>
            <a:r>
              <a:rPr lang="pt-BR" b="1" dirty="0" err="1" smtClean="0"/>
              <a:t>div.radioset</a:t>
            </a:r>
            <a:r>
              <a:rPr lang="pt-BR" dirty="0" smtClean="0"/>
              <a:t> =&gt; Criará um grupo de Radio </a:t>
            </a:r>
            <a:r>
              <a:rPr lang="pt-BR" dirty="0" err="1" smtClean="0"/>
              <a:t>Buttons</a:t>
            </a:r>
            <a:r>
              <a:rPr lang="pt-BR" dirty="0" smtClean="0"/>
              <a:t> com a aparência de botões </a:t>
            </a:r>
            <a:r>
              <a:rPr lang="pt-BR" dirty="0" err="1" smtClean="0"/>
              <a:t>jQueryUI</a:t>
            </a:r>
            <a:endParaRPr lang="pt-BR" dirty="0" smtClean="0"/>
          </a:p>
          <a:p>
            <a:r>
              <a:rPr lang="pt-BR" b="1" dirty="0" err="1" smtClean="0"/>
              <a:t>input.campoData</a:t>
            </a:r>
            <a:r>
              <a:rPr lang="pt-BR" dirty="0" smtClean="0"/>
              <a:t> =&gt; Este campo terá um </a:t>
            </a:r>
            <a:r>
              <a:rPr lang="pt-BR" dirty="0" err="1" smtClean="0"/>
              <a:t>datePicker</a:t>
            </a:r>
            <a:endParaRPr lang="pt-BR" dirty="0" smtClean="0"/>
          </a:p>
          <a:p>
            <a:r>
              <a:rPr lang="pt-BR" b="1" dirty="0" err="1" smtClean="0"/>
              <a:t>input.campoCep</a:t>
            </a:r>
            <a:r>
              <a:rPr lang="pt-BR" dirty="0" smtClean="0"/>
              <a:t> =&gt; Este campo terá mascara de CEP</a:t>
            </a:r>
          </a:p>
          <a:p>
            <a:r>
              <a:rPr lang="pt-BR" b="1" dirty="0" err="1" smtClean="0"/>
              <a:t>input.campoCnpj</a:t>
            </a:r>
            <a:r>
              <a:rPr lang="pt-BR" dirty="0" smtClean="0"/>
              <a:t> =&gt;</a:t>
            </a:r>
            <a:r>
              <a:rPr lang="pt-BR" dirty="0"/>
              <a:t>Este campo terá mascara </a:t>
            </a:r>
            <a:r>
              <a:rPr lang="pt-BR" dirty="0" smtClean="0"/>
              <a:t>de CNPJ</a:t>
            </a:r>
            <a:endParaRPr lang="pt-BR" dirty="0"/>
          </a:p>
          <a:p>
            <a:r>
              <a:rPr lang="pt-BR" b="1" dirty="0" err="1" smtClean="0"/>
              <a:t>input.campoCpf</a:t>
            </a:r>
            <a:r>
              <a:rPr lang="pt-BR" dirty="0" smtClean="0"/>
              <a:t> =&gt; Este </a:t>
            </a:r>
            <a:r>
              <a:rPr lang="pt-BR" dirty="0"/>
              <a:t>campo terá mascara </a:t>
            </a:r>
            <a:r>
              <a:rPr lang="pt-BR" dirty="0" smtClean="0"/>
              <a:t>de CPF</a:t>
            </a:r>
          </a:p>
        </p:txBody>
      </p:sp>
    </p:spTree>
    <p:extLst>
      <p:ext uri="{BB962C8B-B14F-4D97-AF65-F5344CB8AC3E}">
        <p14:creationId xmlns:p14="http://schemas.microsoft.com/office/powerpoint/2010/main" xmlns="" val="2796743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HTML Classes Importantes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 err="1" smtClean="0"/>
              <a:t>input.campoDdd</a:t>
            </a:r>
            <a:r>
              <a:rPr lang="pt-BR" dirty="0" smtClean="0"/>
              <a:t> </a:t>
            </a:r>
            <a:r>
              <a:rPr lang="pt-BR" dirty="0"/>
              <a:t>=&gt; Este campo terá mascara de </a:t>
            </a:r>
            <a:r>
              <a:rPr lang="pt-BR" dirty="0" smtClean="0"/>
              <a:t>DDD</a:t>
            </a:r>
            <a:endParaRPr lang="pt-BR" dirty="0"/>
          </a:p>
          <a:p>
            <a:r>
              <a:rPr lang="pt-BR" b="1" dirty="0" err="1" smtClean="0"/>
              <a:t>input.campoTelefone</a:t>
            </a:r>
            <a:r>
              <a:rPr lang="pt-BR" b="1" dirty="0" smtClean="0"/>
              <a:t> </a:t>
            </a:r>
            <a:r>
              <a:rPr lang="pt-BR" dirty="0" smtClean="0"/>
              <a:t>=&gt; </a:t>
            </a:r>
            <a:r>
              <a:rPr lang="pt-BR" dirty="0"/>
              <a:t>Este campo terá mascara de </a:t>
            </a:r>
            <a:r>
              <a:rPr lang="pt-BR" dirty="0" smtClean="0"/>
              <a:t>Telefone</a:t>
            </a:r>
          </a:p>
          <a:p>
            <a:r>
              <a:rPr lang="pt-BR" b="1" dirty="0" err="1"/>
              <a:t>input.campoFloat</a:t>
            </a:r>
            <a:r>
              <a:rPr lang="pt-BR" dirty="0" smtClean="0"/>
              <a:t> </a:t>
            </a:r>
            <a:r>
              <a:rPr lang="pt-BR" dirty="0"/>
              <a:t>=&gt; Este campo terá mascara de </a:t>
            </a:r>
            <a:r>
              <a:rPr lang="pt-BR" dirty="0" err="1" smtClean="0"/>
              <a:t>Float</a:t>
            </a:r>
            <a:endParaRPr lang="pt-BR" dirty="0" smtClean="0"/>
          </a:p>
          <a:p>
            <a:r>
              <a:rPr lang="pt-BR" b="1" dirty="0" err="1" smtClean="0"/>
              <a:t>input.campoData</a:t>
            </a:r>
            <a:r>
              <a:rPr lang="pt-BR" dirty="0" smtClean="0"/>
              <a:t> </a:t>
            </a:r>
            <a:r>
              <a:rPr lang="pt-BR" dirty="0"/>
              <a:t>=&gt; Este campo terá mascara de </a:t>
            </a:r>
            <a:r>
              <a:rPr lang="pt-BR" dirty="0" smtClean="0"/>
              <a:t>Data</a:t>
            </a:r>
            <a:endParaRPr lang="pt-BR" dirty="0"/>
          </a:p>
          <a:p>
            <a:r>
              <a:rPr lang="pt-BR" b="1" dirty="0" err="1" smtClean="0"/>
              <a:t>input.campoMesAno</a:t>
            </a:r>
            <a:r>
              <a:rPr lang="pt-BR" dirty="0" smtClean="0"/>
              <a:t> </a:t>
            </a:r>
            <a:r>
              <a:rPr lang="pt-BR" dirty="0"/>
              <a:t>=&gt; Este campo terá mascara de </a:t>
            </a:r>
            <a:r>
              <a:rPr lang="pt-BR" dirty="0" err="1" smtClean="0"/>
              <a:t>MesAno</a:t>
            </a:r>
            <a:endParaRPr lang="pt-BR" dirty="0"/>
          </a:p>
          <a:p>
            <a:r>
              <a:rPr lang="pt-BR" b="1" dirty="0" err="1" smtClean="0"/>
              <a:t>input.campoAno</a:t>
            </a:r>
            <a:r>
              <a:rPr lang="pt-BR" b="1" dirty="0" smtClean="0"/>
              <a:t> </a:t>
            </a:r>
            <a:r>
              <a:rPr lang="pt-BR" dirty="0" smtClean="0"/>
              <a:t>=&gt; </a:t>
            </a:r>
            <a:r>
              <a:rPr lang="pt-BR" dirty="0"/>
              <a:t>Este campo terá mascara de </a:t>
            </a:r>
            <a:r>
              <a:rPr lang="pt-BR" dirty="0" smtClean="0"/>
              <a:t>Ano</a:t>
            </a:r>
            <a:endParaRPr lang="pt-BR" dirty="0"/>
          </a:p>
          <a:p>
            <a:r>
              <a:rPr lang="pt-BR" b="1" dirty="0" err="1"/>
              <a:t>input.campoHoraSimples</a:t>
            </a:r>
            <a:r>
              <a:rPr lang="pt-BR" dirty="0" smtClean="0"/>
              <a:t> </a:t>
            </a:r>
            <a:r>
              <a:rPr lang="pt-BR" dirty="0"/>
              <a:t>=&gt; Este campo terá mascara de </a:t>
            </a:r>
            <a:r>
              <a:rPr lang="pt-BR" dirty="0" err="1" smtClean="0"/>
              <a:t>HoraSimples</a:t>
            </a:r>
            <a:endParaRPr lang="pt-BR" dirty="0" smtClean="0"/>
          </a:p>
          <a:p>
            <a:r>
              <a:rPr lang="pt-BR" b="1" dirty="0" err="1"/>
              <a:t>input.campoHoraComposta</a:t>
            </a:r>
            <a:r>
              <a:rPr lang="pt-BR" dirty="0" smtClean="0"/>
              <a:t> </a:t>
            </a:r>
            <a:r>
              <a:rPr lang="pt-BR" dirty="0"/>
              <a:t>=&gt; Este campo terá mascara de </a:t>
            </a:r>
            <a:r>
              <a:rPr lang="pt-BR" dirty="0" err="1" smtClean="0"/>
              <a:t>HoraComposta</a:t>
            </a:r>
            <a:endParaRPr lang="pt-BR" dirty="0" smtClean="0"/>
          </a:p>
          <a:p>
            <a:r>
              <a:rPr lang="pt-BR" b="1" dirty="0" err="1"/>
              <a:t>input.campoInteiro</a:t>
            </a:r>
            <a:r>
              <a:rPr lang="pt-BR" dirty="0" smtClean="0"/>
              <a:t> </a:t>
            </a:r>
            <a:r>
              <a:rPr lang="pt-BR" dirty="0"/>
              <a:t>=&gt; Este campo terá mascara de Inteiro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xmlns="" val="2621790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ência">
  <a:themeElements>
    <a:clrScheme name="Aspecto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Escritório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ência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133</TotalTime>
  <Words>555</Words>
  <Application>Microsoft Office PowerPoint</Application>
  <PresentationFormat>On-screen Show (4:3)</PresentationFormat>
  <Paragraphs>84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Adjacência</vt:lpstr>
      <vt:lpstr>Identificacão de Usuarios</vt:lpstr>
      <vt:lpstr>Criacão de menus</vt:lpstr>
      <vt:lpstr>Estrutura do Framework</vt:lpstr>
      <vt:lpstr>Formatos de URL simples</vt:lpstr>
      <vt:lpstr>Formatos de URL com redirecionamento de HTML</vt:lpstr>
      <vt:lpstr>Organizaçao das pastas</vt:lpstr>
      <vt:lpstr>Estrutura da Classe</vt:lpstr>
      <vt:lpstr>Parametros do Framework</vt:lpstr>
      <vt:lpstr>Nomeclatura</vt:lpstr>
      <vt:lpstr>Estrutura de um HTML no Framework</vt:lpstr>
      <vt:lpstr>HTML Classes Importantes</vt:lpstr>
      <vt:lpstr>HTML Classes Importantes</vt:lpstr>
      <vt:lpstr>HTML Classes Importantes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Tiago</dc:creator>
  <cp:lastModifiedBy>Tiago</cp:lastModifiedBy>
  <cp:revision>15</cp:revision>
  <dcterms:created xsi:type="dcterms:W3CDTF">2011-08-23T13:38:47Z</dcterms:created>
  <dcterms:modified xsi:type="dcterms:W3CDTF">2011-10-01T13:23:05Z</dcterms:modified>
</cp:coreProperties>
</file>